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5e8e2f3-d7bc-3698-a8ba-355479acce70}">
          <p14:sldIdLst>
            <p14:sldId id="256"/>
            <p14:sldId id="257"/>
            <p14:sldId id="258"/>
          </p14:sldIdLst>
        </p14:section>
        <p14:section name="Model" id="{cdf5e4da-6913-bd85-f877-02b3e33aa109}">
          <p14:sldIdLst>
            <p14:sldId id="259"/>
            <p14:sldId id="260"/>
          </p14:sldIdLst>
        </p14:section>
        <p14:section name="Results" id="{9dfbe3bd-60c0-7b14-784b-7b13aaadd2fa}">
          <p14:sldIdLst>
            <p14:sldId id="261"/>
            <p14:sldId id="262"/>
            <p14:sldId id="263"/>
            <p14:sldId id="264"/>
            <p14:sldId id="265"/>
            <p14:sldId id="266"/>
          </p14:sldIdLst>
        </p14:section>
        <p14:section name="Next steps" id="{1538b483-61e4-6345-cc4d-16d46052991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beat one that follows simple rules, and can both sides stay at patrol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That is an anti-coordination game.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de-escalation measures. Final report December 8.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it also maintains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(war 34%), yet both do better at moderate (war 20%).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A cost for de-escalation measures</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come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2026-10-26T23:23:30Z</dcterms:created>
  <dcterms:modified xsi:type="dcterms:W3CDTF">2026-10-26T23:23:30Z</dcterms:modified>
</cp:coreProperties>
</file>