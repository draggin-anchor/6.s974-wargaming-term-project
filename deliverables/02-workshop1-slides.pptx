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7e13b2a-9dc8-cf31-3349-eb0e0eee05ca}">
          <p14:sldIdLst>
            <p14:sldId id="256"/>
            <p14:sldId id="257"/>
            <p14:sldId id="258"/>
          </p14:sldIdLst>
        </p14:section>
        <p14:section name="Model" id="{63e16109-cad6-62fa-fe8a-b7f089c1685e}">
          <p14:sldIdLst>
            <p14:sldId id="259"/>
            <p14:sldId id="260"/>
          </p14:sldIdLst>
        </p14:section>
        <p14:section name="Results" id="{d3b0137c-bed6-0c98-1a18-b4a9039a10a5}">
          <p14:sldIdLst>
            <p14:sldId id="261"/>
            <p14:sldId id="262"/>
            <p14:sldId id="263"/>
            <p14:sldId id="264"/>
            <p14:sldId id="265"/>
            <p14:sldId id="266"/>
          </p14:sldIdLst>
        </p14:section>
        <p14:section name="Next steps" id="{46e543ed-7878-f8ca-3031-93fc307b068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each side caps the incident risk it accepts per period; how much control does more risk buy, how much likelier does war become, and what cap does each side pick when the other is picking too? RQ2: does a side that plans with game theory beat one that follows simple rules, and can both sides stay at patrol over many periods, because asserting once would end the truce and push both into riskier play from then on? RQ3, from Prof. Sapsis's comment: does the best plan or Blue redesign in normal weather stay best across calm, typhoon and extreme weather scenarios, on average and in the worst scenario?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mixed-integer program (MIP) to pick moves, with a cap on expected incidents, epsilon. This answers the feedback that Q1 is a feasible region. Middle: for equilibrium analysis we shrink each side to 14 templates and solve the 14-by-14 game exactly.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an anti-coordination game. Two fixes: a correlated equilibrium, which is what a mediator or hotline can implement, never recommends both asserting; and in the repeated game, grim trigger (both patrol; after any assertion, both switch to the mixed equilibrium for good)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Left: the policy ranking does not change across weather; the top two plans stay on top. Bad weather slightly helps Blue here, because rough seas weaken Red's coast-guard hulls. Right: of the three redesigns, the crisis hotline is best on average and in the worst case, and cuts war about four times. Caveat: we gave it no cost yet, and it also helps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hotline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does a learning Red exploit predictable Blue play? Then redesigns under attack and long typhoons, with a cost for the hotline.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shadowing, close maneuvering, querying and warning; for the U.S. also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dominance,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The hotline was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The crisis hotline is the best design and cuts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A crisis hotline is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The hotline has no cost yet, so part of its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 or drop it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hotline as a mediator</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Next: learning, attacks and defenses, and resilient design, in that order.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2026-10-26T22:28:28Z</dcterms:created>
  <dcterms:modified xsi:type="dcterms:W3CDTF">2026-10-26T22:28:28Z</dcterms:modified>
</cp:coreProperties>
</file>